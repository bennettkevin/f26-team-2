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Source Code Pro"/>
      <p:regular r:id="rId11"/>
      <p:bold r:id="rId12"/>
      <p:italic r:id="rId13"/>
      <p:boldItalic r:id="rId14"/>
    </p:embeddedFont>
    <p:embeddedFont>
      <p:font typeface="Oswald"/>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SourceCodePro-regular.fntdata"/><Relationship Id="rId10" Type="http://schemas.openxmlformats.org/officeDocument/2006/relationships/slide" Target="slides/slide5.xml"/><Relationship Id="rId13" Type="http://schemas.openxmlformats.org/officeDocument/2006/relationships/font" Target="fonts/SourceCodePro-italic.fntdata"/><Relationship Id="rId12" Type="http://schemas.openxmlformats.org/officeDocument/2006/relationships/font" Target="fonts/SourceCodePr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regular.fntdata"/><Relationship Id="rId14" Type="http://schemas.openxmlformats.org/officeDocument/2006/relationships/font" Target="fonts/SourceCodePro-boldItalic.fntdata"/><Relationship Id="rId16"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6f80d1f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6f80d1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6f80d1f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6f80d1f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682bfba86663bd5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682bfba86663bd5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682bfba86663bd5b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682bfba86663bd5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c6f80d1ff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c6f80d1f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Local Guide</a:t>
            </a:r>
            <a:endParaRPr/>
          </a:p>
        </p:txBody>
      </p:sp>
      <p:sp>
        <p:nvSpPr>
          <p:cNvPr id="63" name="Google Shape;63;p13"/>
          <p:cNvSpPr txBox="1"/>
          <p:nvPr>
            <p:ph idx="1" type="subTitle"/>
          </p:nvPr>
        </p:nvSpPr>
        <p:spPr>
          <a:xfrm>
            <a:off x="411175" y="3398250"/>
            <a:ext cx="8282400" cy="126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Team 2: Justice Tolentino/Kevin Bennett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does it do?</a:t>
            </a:r>
            <a:endParaRPr/>
          </a:p>
        </p:txBody>
      </p:sp>
      <p:sp>
        <p:nvSpPr>
          <p:cNvPr id="69" name="Google Shape;69;p14"/>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Local Guide is a talent management platform that pairs tourists exploring a new area or activity with subject matter experts that can guide them through said area or instruct them on how to engage with whatever form of recreation the tourist is trying for the first time.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Customer usage and capabilities</a:t>
            </a:r>
            <a:endParaRPr/>
          </a:p>
        </p:txBody>
      </p:sp>
      <p:sp>
        <p:nvSpPr>
          <p:cNvPr id="75" name="Google Shape;75;p15"/>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Customers or tourists want to see what </a:t>
            </a:r>
            <a:r>
              <a:rPr lang="en"/>
              <a:t>activities</a:t>
            </a:r>
            <a:r>
              <a:rPr lang="en"/>
              <a:t> are available in their area. They will be </a:t>
            </a:r>
            <a:r>
              <a:rPr lang="en"/>
              <a:t>able to provide their location, and they will be given recommendations on their dashboard. They can subscribe to topics and guides that fit their interests most and that they would like to keep track of. For those who have stronger opinions on the performance of one of the platform’s providers, customers will be able to leave reviews about their services.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Provider usage and capabilities</a:t>
            </a:r>
            <a:endParaRPr/>
          </a:p>
        </p:txBody>
      </p:sp>
      <p:sp>
        <p:nvSpPr>
          <p:cNvPr id="81" name="Google Shape;81;p16"/>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Providers or guides want to reach out to customers with the services they are willing to provide, and demonstrate their expertise. Providers will be enabled to list services they partake in on their profiles, which can be discovered through the dashboard the customers will have access too. Customers will then be able to find their contact info in said profile to make an appointment with them. Providers will also be able to reply to any reviews that customers leave about their services.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430800" y="1889700"/>
            <a:ext cx="8282400" cy="151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Demo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1AFD1"/>
      </a:accent5>
      <a:accent6>
        <a:srgbClr val="F8E71C"/>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